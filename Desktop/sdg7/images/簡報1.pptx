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C23D8D-EC95-E719-2633-457CE5A79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FE3FF-9A33-555D-EF29-D49BED6A5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2D773F-3EE9-14B3-BC2B-3391AA56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611EAE-3309-AE82-083B-24EA3D77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74A758-B05C-CAC9-F65D-4F2828BD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23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D4FB3E-4AA4-5833-0779-23E0F861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525407-9289-198D-510C-A468013B4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B1F4C7-FB45-91B8-663E-7162D781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686199-F917-F00A-5230-850E5E34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5A8514-6BA8-84BA-09E4-D13E2080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80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371F3-FA45-1175-CB9A-2C4E26BD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188299-A2E5-F185-49AD-484F5B175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B4BB61-D295-7E86-90EC-DC46FF21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246EE0-0CD7-7268-951B-4758403F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9D9A2D-B2FB-7748-5D0D-2E96C6E4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87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E14B2-21E1-B0A4-4A99-7EEB6D75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DE2193-B32B-73C9-4166-44AD52400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0CBE10-7EE9-D7C3-84C7-643A6EC52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F27D6A-5330-B5F2-C640-9D46215F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CA3653-9058-E434-4811-DAA98EC77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D2476A-2732-FBE7-C2A5-89390C72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19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9A1AF-5686-CBB7-80CA-0D97DFE4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1765FE-CC6F-A986-BA35-E36B7D6CA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C0CF91-A2BC-048D-1060-C39DDB623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B6CD72B-67DF-BFFD-8B3E-7166E2BFE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CCD00E6-D2A1-D566-EF07-F3D234DBB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A794889-997C-5F1F-3181-1F8FD620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F3CE7F1-8237-BE62-2988-1C0AA9BD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7039770-A524-2441-A9D5-FB9DDF8C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39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4C8EC-5962-716E-8C8C-CC1B604C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2B9D57-50B2-8995-301E-38F1F315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FF230FA-8000-0781-118E-25126BA6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5DA3D52-A8D8-2AA1-9DE4-60ADB48A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54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4B3E89B-32DB-68A8-CF43-92EB5E89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7647A2-D188-EDDC-CFA5-71CDEA0D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E7C413-27D5-5AC0-ACF5-34A0A890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2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BF3AEC-CD2D-1CBB-B759-F1266EFE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0D4720-5BBE-16C8-2767-D3C2F374C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95CF074-9BDD-243A-1B37-0C91E15E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D94926-7B7F-B6B5-1238-5D15FC3D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CF7CD1-D6DE-269A-3F2A-5FE6B980E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252CF4-579E-3E8D-B3DE-6814BF0F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69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C0E42-C59C-817F-945A-5FFE9F32D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F626A1-1D30-2943-6AD0-0BF98D975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2E4844A-43FD-0F80-4C40-6898A0634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1B68DF-B723-D7C9-EAB6-D2CB84AC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9F0081-D457-D50B-24E7-048A7FC5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D1AB3F-D4F6-16C0-DC35-2CCAC74D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492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1D08A-98F2-60EF-3715-2F8B895C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3DA837-3D8C-52D9-3942-967E66183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9136A7-D65B-0897-F1FD-96B3EFB5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825C1B-C829-CE9A-5AE1-6CD4FAFB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816B19-D7E0-B2B3-5949-90AFD15E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75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ABD133C-C2B8-DF05-6820-FEB1C5889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3DBB99-9AAA-F504-DEC6-783234833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92A496-FC61-0D06-EFC3-C0639111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AB8F7B-9FEF-DFD0-E80A-4F0C3A81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C6F2AC-4815-B3A2-E299-B670B00D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15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754EE30-07F4-D108-0C61-6F3175E3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EB1748-C156-B266-0219-F4B850DBC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897947-3A24-E9C7-0D41-E3022740F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FEF0E-5B74-4D36-B3AF-B4C406521F44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DCF9EF-BEBD-C170-478A-2D648F878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87EE1A-691D-1D74-55D1-DB470525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BCF8D-5131-4ADB-A217-CBF455F965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82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855BC679-FFBF-7EFE-E664-9932438058F3}"/>
              </a:ext>
            </a:extLst>
          </p:cNvPr>
          <p:cNvGrpSpPr/>
          <p:nvPr/>
        </p:nvGrpSpPr>
        <p:grpSpPr>
          <a:xfrm>
            <a:off x="3116466" y="16293"/>
            <a:ext cx="5668061" cy="6858000"/>
            <a:chOff x="2974226" y="0"/>
            <a:chExt cx="5668061" cy="6858000"/>
          </a:xfrm>
        </p:grpSpPr>
        <p:pic>
          <p:nvPicPr>
            <p:cNvPr id="29" name="圖片 28" descr="一張含有 美工圖案, 卡通, 藝術 的圖片&#10;&#10;AI 產生的內容可能不正確。">
              <a:extLst>
                <a:ext uri="{FF2B5EF4-FFF2-40B4-BE49-F238E27FC236}">
                  <a16:creationId xmlns:a16="http://schemas.microsoft.com/office/drawing/2014/main" id="{BA341505-DE1E-31E7-9944-03144C0D1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6"/>
            <a:stretch>
              <a:fillRect/>
            </a:stretch>
          </p:blipFill>
          <p:spPr>
            <a:xfrm>
              <a:off x="4830292" y="0"/>
              <a:ext cx="3811995" cy="6858000"/>
            </a:xfrm>
            <a:prstGeom prst="rect">
              <a:avLst/>
            </a:prstGeom>
          </p:spPr>
        </p:pic>
        <p:pic>
          <p:nvPicPr>
            <p:cNvPr id="5" name="圖片 4" descr="一張含有 美工圖案, 卡通, 藝術 的圖片&#10;&#10;AI 產生的內容可能不正確。">
              <a:extLst>
                <a:ext uri="{FF2B5EF4-FFF2-40B4-BE49-F238E27FC236}">
                  <a16:creationId xmlns:a16="http://schemas.microsoft.com/office/drawing/2014/main" id="{D028FEB5-04EE-4C08-D35D-260774D5C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425"/>
            <a:stretch>
              <a:fillRect/>
            </a:stretch>
          </p:blipFill>
          <p:spPr>
            <a:xfrm>
              <a:off x="3549712" y="0"/>
              <a:ext cx="5092575" cy="4977232"/>
            </a:xfrm>
            <a:prstGeom prst="rect">
              <a:avLst/>
            </a:prstGeom>
          </p:spPr>
        </p:pic>
        <p:cxnSp>
          <p:nvCxnSpPr>
            <p:cNvPr id="9" name="接點: 肘形 8">
              <a:extLst>
                <a:ext uri="{FF2B5EF4-FFF2-40B4-BE49-F238E27FC236}">
                  <a16:creationId xmlns:a16="http://schemas.microsoft.com/office/drawing/2014/main" id="{FB76A6B5-D219-C565-6774-F3E9EDFBB96F}"/>
                </a:ext>
              </a:extLst>
            </p:cNvPr>
            <p:cNvCxnSpPr>
              <a:cxnSpLocks/>
            </p:cNvCxnSpPr>
            <p:nvPr/>
          </p:nvCxnSpPr>
          <p:spPr>
            <a:xfrm>
              <a:off x="6794864" y="5262177"/>
              <a:ext cx="1607456" cy="500161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接點: 肘形 9">
              <a:extLst>
                <a:ext uri="{FF2B5EF4-FFF2-40B4-BE49-F238E27FC236}">
                  <a16:creationId xmlns:a16="http://schemas.microsoft.com/office/drawing/2014/main" id="{90201F2B-55F9-B39A-3277-3EAACEB31F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6289" y="3519387"/>
              <a:ext cx="1686351" cy="1230062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圖片 27" descr="一張含有 螢幕擷取畫面, 文字, 圖形, 鮮豔 的圖片&#10;&#10;AI 產生的內容可能不正確。">
              <a:extLst>
                <a:ext uri="{FF2B5EF4-FFF2-40B4-BE49-F238E27FC236}">
                  <a16:creationId xmlns:a16="http://schemas.microsoft.com/office/drawing/2014/main" id="{03951948-0C1E-175F-FF81-57CA1DD95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7" r="35299"/>
            <a:stretch>
              <a:fillRect/>
            </a:stretch>
          </p:blipFill>
          <p:spPr>
            <a:xfrm>
              <a:off x="2974226" y="4592039"/>
              <a:ext cx="1509643" cy="2206735"/>
            </a:xfrm>
            <a:prstGeom prst="rect">
              <a:avLst/>
            </a:prstGeom>
          </p:spPr>
        </p:pic>
      </p:grp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387A88A7-0D67-7705-E9FA-DE3E1F5E1AF0}"/>
              </a:ext>
            </a:extLst>
          </p:cNvPr>
          <p:cNvCxnSpPr>
            <a:cxnSpLocks/>
          </p:cNvCxnSpPr>
          <p:nvPr/>
        </p:nvCxnSpPr>
        <p:spPr>
          <a:xfrm>
            <a:off x="7427169" y="1941262"/>
            <a:ext cx="1259631" cy="114466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C532F73C-7BAE-F959-C84F-40F382893FAF}"/>
              </a:ext>
            </a:extLst>
          </p:cNvPr>
          <p:cNvCxnSpPr>
            <a:cxnSpLocks/>
          </p:cNvCxnSpPr>
          <p:nvPr/>
        </p:nvCxnSpPr>
        <p:spPr>
          <a:xfrm flipV="1">
            <a:off x="7478073" y="1168864"/>
            <a:ext cx="1970727" cy="66265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F5BE2A2E-D415-6B25-BE2A-B8F8145FED4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12081" y="585018"/>
            <a:ext cx="2546391" cy="29890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AF5CF84-7905-D833-E4BD-ADF855020B6C}"/>
              </a:ext>
            </a:extLst>
          </p:cNvPr>
          <p:cNvSpPr txBox="1"/>
          <p:nvPr/>
        </p:nvSpPr>
        <p:spPr>
          <a:xfrm>
            <a:off x="3397639" y="734468"/>
            <a:ext cx="203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新北市金三山區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8675BDB-4962-0415-AC89-53EFAD62A2DE}"/>
              </a:ext>
            </a:extLst>
          </p:cNvPr>
          <p:cNvSpPr txBox="1"/>
          <p:nvPr/>
        </p:nvSpPr>
        <p:spPr>
          <a:xfrm>
            <a:off x="9448801" y="984198"/>
            <a:ext cx="159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宜蘭縣大同鄉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2EBAB173-BAF3-4276-BA26-45BFB6E16275}"/>
              </a:ext>
            </a:extLst>
          </p:cNvPr>
          <p:cNvSpPr txBox="1"/>
          <p:nvPr/>
        </p:nvSpPr>
        <p:spPr>
          <a:xfrm>
            <a:off x="8686800" y="2901258"/>
            <a:ext cx="159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宜蘭縣大同鄉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56C3FEF-6A1F-37AD-3214-943D8EBD24E2}"/>
              </a:ext>
            </a:extLst>
          </p:cNvPr>
          <p:cNvSpPr txBox="1"/>
          <p:nvPr/>
        </p:nvSpPr>
        <p:spPr>
          <a:xfrm>
            <a:off x="8544560" y="3351014"/>
            <a:ext cx="159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臺東縣卑南鄉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99A3047-0157-FE04-11FD-0EFC8E8B9944}"/>
              </a:ext>
            </a:extLst>
          </p:cNvPr>
          <p:cNvSpPr txBox="1"/>
          <p:nvPr/>
        </p:nvSpPr>
        <p:spPr>
          <a:xfrm>
            <a:off x="8544560" y="5593965"/>
            <a:ext cx="186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臺東縣太麻里鄉</a:t>
            </a:r>
          </a:p>
        </p:txBody>
      </p:sp>
    </p:spTree>
    <p:extLst>
      <p:ext uri="{BB962C8B-B14F-4D97-AF65-F5344CB8AC3E}">
        <p14:creationId xmlns:p14="http://schemas.microsoft.com/office/powerpoint/2010/main" val="802910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17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江宜臻</dc:creator>
  <cp:lastModifiedBy>江宜臻</cp:lastModifiedBy>
  <cp:revision>1</cp:revision>
  <dcterms:created xsi:type="dcterms:W3CDTF">2025-12-28T06:13:38Z</dcterms:created>
  <dcterms:modified xsi:type="dcterms:W3CDTF">2025-12-28T15:58:58Z</dcterms:modified>
</cp:coreProperties>
</file>